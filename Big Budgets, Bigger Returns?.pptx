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4F035FC-7998-4213-966C-D74719C1E8F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Big Budgets, Bigger Returns?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00B8B0E-9844-403A-B2E4-96818A51672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5/3/26 9:22:27 PM CDT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PI Cards" id="2" name="slide2">
            <a:extLst>
              <a:ext uri="{FF2B5EF4-FFF2-40B4-BE49-F238E27FC236}">
                <a16:creationId xmlns:a16="http://schemas.microsoft.com/office/drawing/2014/main" id="{E7932382-5EDE-428D-8075-79A06D5FC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538412"/>
            <a:ext cx="15240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Revenue" id="3" name="slide3">
            <a:extLst>
              <a:ext uri="{FF2B5EF4-FFF2-40B4-BE49-F238E27FC236}">
                <a16:creationId xmlns:a16="http://schemas.microsoft.com/office/drawing/2014/main" id="{0FC474BB-2084-486D-A690-740A31E2C5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1714500"/>
            <a:ext cx="105346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dget vs Revenue" id="4" name="slide4">
            <a:extLst>
              <a:ext uri="{FF2B5EF4-FFF2-40B4-BE49-F238E27FC236}">
                <a16:creationId xmlns:a16="http://schemas.microsoft.com/office/drawing/2014/main" id="{052CDA9F-0D35-451E-8332-1176D7C947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533" y="0"/>
            <a:ext cx="78909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Over Time" id="5" name="slide5">
            <a:extLst>
              <a:ext uri="{FF2B5EF4-FFF2-40B4-BE49-F238E27FC236}">
                <a16:creationId xmlns:a16="http://schemas.microsoft.com/office/drawing/2014/main" id="{F2A7E26E-231D-455B-A852-FCF55596E2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4029"/>
            <a:ext cx="12192000" cy="516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p 10 Return Ratio" id="6" name="slide6">
            <a:extLst>
              <a:ext uri="{FF2B5EF4-FFF2-40B4-BE49-F238E27FC236}">
                <a16:creationId xmlns:a16="http://schemas.microsoft.com/office/drawing/2014/main" id="{2D615FC5-D949-4F40-8430-4E4FD90EF3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1714500"/>
            <a:ext cx="105346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turn by Budget" id="7" name="slide7">
            <a:extLst>
              <a:ext uri="{FF2B5EF4-FFF2-40B4-BE49-F238E27FC236}">
                <a16:creationId xmlns:a16="http://schemas.microsoft.com/office/drawing/2014/main" id="{571BE717-ACAB-4ABC-9499-1B341E0DDD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" y="2381250"/>
            <a:ext cx="105346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pularity vs Return" id="8" name="slide8">
            <a:extLst>
              <a:ext uri="{FF2B5EF4-FFF2-40B4-BE49-F238E27FC236}">
                <a16:creationId xmlns:a16="http://schemas.microsoft.com/office/drawing/2014/main" id="{5C5F92D6-DD4B-4837-A183-0B2FDEDF7E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638" y="0"/>
            <a:ext cx="7454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 - Box Office Winners" id="9" name="slide9">
            <a:extLst>
              <a:ext uri="{FF2B5EF4-FFF2-40B4-BE49-F238E27FC236}">
                <a16:creationId xmlns:a16="http://schemas.microsoft.com/office/drawing/2014/main" id="{E67B3A17-A822-4678-B4C5-D859E2DD81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10" name="slide10">
            <a:extLst>
              <a:ext uri="{FF2B5EF4-FFF2-40B4-BE49-F238E27FC236}">
                <a16:creationId xmlns:a16="http://schemas.microsoft.com/office/drawing/2014/main" id="{A895EC19-3745-4B13-8E54-541874C6AA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2026-05-04T02:22:28Z</dcterms:created>
  <dcterms:modified xsi:type="dcterms:W3CDTF">2026-05-04T02:22:28Z</dcterms:modified>
</cp:coreProperties>
</file>